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097280"/>
            <a:ext cx="109728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532120" y="1097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PharmaAgent Pro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Drug Development with Agentic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Claude's Managed Agent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Drug Development Is Broken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 Billion &amp; 12 Years to bring a drug to market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6916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0020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yr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50592" y="1508760"/>
            <a:ext cx="16916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23744" y="160020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yr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06824" y="1508760"/>
            <a:ext cx="16916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9976" y="160020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yr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1508760"/>
            <a:ext cx="16916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60020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yr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9288" y="1508760"/>
            <a:ext cx="16916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60020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yr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0" y="1508760"/>
            <a:ext cx="169164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48672" y="1600200"/>
            <a:ext cx="15453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yr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APPROVED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" y="2880360"/>
            <a:ext cx="20574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" y="2971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across systems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0068" y="2880360"/>
            <a:ext cx="20574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1508" y="2971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manual report writing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52060" y="2880360"/>
            <a:ext cx="20574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2971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Safety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adverse event detection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74052" y="2880360"/>
            <a:ext cx="20574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5492" y="2971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insights lost between teams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96044" y="2880360"/>
            <a:ext cx="2057400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7484" y="29718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Burden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overhead slowing progress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Delay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of delay = $30-100M in lost revenue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failures from missed signals = $800M-1.5B wasted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rejection from incomplete submissions = 6-12 months rework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PharmaAgent Pro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thinks like your best researcher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"Analyze Oncolytin-B safety profile and generate a CIOMS report"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Classify query -&gt; Safety + Regulatory domain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safety_signal_analysis tool -&gt; 3 AEs, 2 SAEs detected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Flag ILD (Interstitial Lung Disease) -&gt; ALERT status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adverse_event_search -&gt; Detailed SAE records retrieved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 generate_document -&gt; ICH E2A CIOMS I form generated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analysis + CIOMS report in &lt; 60 seconds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(Previously: 2-3 days)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0"/>
            <a:ext cx="265176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519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Agent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profiling, drug-likeness, CYP interactions, SAR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 screening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4114800"/>
            <a:ext cx="265176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42519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Agent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status, enrollment, endpoint analysis, interim results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4114800"/>
            <a:ext cx="265176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42519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Agent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FDA/ICH-compliant document generation (IND, CSR, CIOMS)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less prep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06840" y="4114800"/>
            <a:ext cx="265176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42519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Agent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analysis, signal detection, benefit-risk assessment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not weeks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Works: Intelligent Query Routing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1148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0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Classifier (Haiku 4.5, &lt;100ms)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(Opus 4.6)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41148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43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 (Local Data)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4983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5394960"/>
            <a:ext cx="41148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394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Response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188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Technology Decisions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91640"/>
          <a:ext cx="6675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classifies, Opus reasons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+ speed optimized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Thinking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reasoning chains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drug interactions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Tool-Based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specialized pharma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Accurate, grounded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system prompts &amp;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cost reduction on repeats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Input/output validation + 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Experience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Chat Interface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PharmaAgent Pro -- Managed Agent Chatbot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'exit' to quit | Extended thinking enabled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&gt; Which compounds target EGFR?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(thinking...)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Tool: drug_lookup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3 compounds targeting EGFR: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Oncolytin-B (ONC-201)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Phase: Phase II | Status: 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Mechanism: EGFR/HER2 dual inhibitor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Drug-likeness: 0.87 (Good)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Cetuximab-ADC (CTX-4892)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Phase: Phase I | Status: Enrolling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309360" y="1188720"/>
            <a:ext cx="5394960" cy="5029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Oncolytin-B safety and generate CIOMS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PHARMAAGENT PRO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[safety_signal_analysis] [adverse_event_search]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Signal Analysis: Oncolytin-B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Signal Status: ALERT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Adverse Events: 3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Adverse Events: 2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 Signal: Grade 3 (Serious)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QTc Prolongation: Grade 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Immediate DSMB review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 &amp; Potential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Value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760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CIOMS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051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by Stakeholder</a:t>
            </a:r>
            <a:endParaRPr lang="en-US" sz="2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0876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Benefit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Medicinal Chemists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10x faster compound screening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 manual report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 Affairs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less document prep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Pharmacovigilance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 signal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on content, not formatting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Leadership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portfolio decisions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297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Compliance by Design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94360" y="4846320"/>
            <a:ext cx="260604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9834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PII Exposure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PII redacted before any API call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383280" y="4846320"/>
            <a:ext cx="260604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20440" y="49834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JSONL logging of every action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72200" y="4846320"/>
            <a:ext cx="260604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09360" y="49834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FDA/ICH Validation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312, ICH E2A/E2F/E3 compliant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961120" y="4846320"/>
            <a:ext cx="260604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98280" y="49834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sliding window protection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PharmaAgent Pro?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General-Purpose AI Chatbots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943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PharmaAgent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specialized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ICH-compliant templates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responsibility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Auto-redaction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history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JSONL audit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Thinking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domain specialists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Per-query token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051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Traditional Pharma Software</a:t>
            </a:r>
            <a:endParaRPr lang="en-US" sz="2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0876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PharmaAgent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templates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AI-generated, compliant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of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Study: Safety Signal to Regulatory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Oncolytin-B ILD Signal Detection — 3 minutes vs. 3-5 days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7472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Signal Detection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108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safety_signal_analysis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compound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Adverse Events detected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Serious Adverse Events flagged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 signal identified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 to ALERT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00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Deep Dive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108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adverse_event_search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detailed SAE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ILD: Grade 3 (Serious)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QTc Prolongation: Grade 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drug profile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risk factors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74720" cy="43891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00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Regulatory Report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310896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generate_document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ICH E2A CIOMS I 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fields populated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metadata validated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ready for submission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logged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~3 minutes  |  Traditional: 3-5 days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25780" y="1188720"/>
            <a:ext cx="2606040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2940" y="1325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MVP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294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2940" y="256032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pharma tools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domain agents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compliance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deploy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CLI chatbot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0420" y="1188720"/>
            <a:ext cx="2606040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7580" y="1325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Multi-Agent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9758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7580" y="256032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execution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comms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 discovery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1188720"/>
            <a:ext cx="2606040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2220" y="1325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Enterprise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3222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32220" y="256032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multi-tenant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FAERS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versioning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monitoring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29700" y="1188720"/>
            <a:ext cx="2606040" cy="5029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6860" y="1325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Advanced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66860" y="21488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66860" y="2560320"/>
            <a:ext cx="23317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RAG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safety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IND/NDA assembly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PharmaAgent Pro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Compound to Clinic — Faster, Safer, Smarter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2560320"/>
            <a:ext cx="301752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74320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 in seconds, not weeks. Documents in minutes, not days.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0" y="2560320"/>
            <a:ext cx="301752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74320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SAFER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PII exposure. Full audit trail. FDA/ICH compliant by design.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909560" y="2560320"/>
            <a:ext cx="301752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74320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SMARTER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reasons through complex drug interactions. Multi-agent specialization.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Claude  |  Engineered for Pharma  |  Ready for Production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PharmaAgent Pro — Marketing Deck</dc:title>
  <dc:subject>PptxGenJS Presentation</dc:subject>
  <dc:creator>PharmaAgent Pro</dc:creator>
  <cp:lastModifiedBy>PharmaAgent Pro</cp:lastModifiedBy>
  <cp:revision>1</cp:revision>
  <dcterms:created xsi:type="dcterms:W3CDTF">2026-04-14T16:04:18Z</dcterms:created>
  <dcterms:modified xsi:type="dcterms:W3CDTF">2026-04-14T16:04:18Z</dcterms:modified>
</cp:coreProperties>
</file>